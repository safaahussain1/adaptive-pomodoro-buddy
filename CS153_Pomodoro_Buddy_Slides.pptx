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2286000" cy="256032"/>
          </a:xfrm>
          <a:prstGeom prst="roundRect">
            <a:avLst>
              <a:gd name="adj" fmla="val 14286"/>
            </a:avLst>
          </a:prstGeom>
          <a:solidFill>
            <a:srgbClr val="06B6D4">
              <a:alpha val="2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B6D4"/>
                </a:solidFill>
              </a:rPr>
              <a:t>CS 153 FINAL PROJECT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534924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Adaptive Cognitive-State
</a:t>
            </a:r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Pomodoro Study Buddy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2286000"/>
            <a:ext cx="5303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AI system that senses your cognitive state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dynamically adapts your Pomodoro study sessions.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45262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Safaa Hussain  ·  CS 153  ·  Spring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89320" y="365760"/>
            <a:ext cx="22860" cy="4389120"/>
          </a:xfrm>
          <a:prstGeom prst="rect">
            <a:avLst/>
          </a:prstGeom>
          <a:solidFill>
            <a:srgbClr val="1E1E40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0" y="384048"/>
            <a:ext cx="2743200" cy="804672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384048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475488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Gaze Tracking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1316736"/>
            <a:ext cx="2743200" cy="804672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316736"/>
            <a:ext cx="27432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408176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🧍 Posture Detection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2249424"/>
            <a:ext cx="2743200" cy="804672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249424"/>
            <a:ext cx="27432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340864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Ambient Noise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26480" y="3182112"/>
            <a:ext cx="2743200" cy="804672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182112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273552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Phone Detection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4114800"/>
            <a:ext cx="2743200" cy="804672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4114800"/>
            <a:ext cx="27432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4206240"/>
            <a:ext cx="2743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Gemini AI Coach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Pomodoro timers are rigid, impersonal, and blind to how you actually feel.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148132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397764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8191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One-Size Timer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965960"/>
            <a:ext cx="36118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25/5 split for everyone, every day. No awareness of your actual energy or flow state.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1417320"/>
            <a:ext cx="3977640" cy="148132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417320"/>
            <a:ext cx="39776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581912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🙈  Zero Sensing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65192" y="1965960"/>
            <a:ext cx="36118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your posture, gaze, phone usage, and environment entirely.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81528"/>
            <a:ext cx="3977640" cy="148132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81528"/>
            <a:ext cx="39776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2461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No Learning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" y="3630168"/>
            <a:ext cx="36118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remember that you focus best at 5 PM or that loud noise tanks your attention.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3081528"/>
            <a:ext cx="3977640" cy="148132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3081528"/>
            <a:ext cx="39776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324612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No Intervention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65192" y="3630168"/>
            <a:ext cx="36118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shorten a session when you've been distracted for 10 minutes — or extend one when you're in flow.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727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 I lost hours to fake studying — sitting at my desk but mentally checked out. No tool noticed.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closed-loop system that continuously senses, scores, and responds to your cognitive state.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93392" cy="340156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993392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249424"/>
            <a:ext cx="1755648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mic sampled at 30 fps. MediaPipe extracts gaze direction, blink EAR, shoulder alignment, and hand presence. sounddevice measures ambient dB.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32304" y="290779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D5A"/>
                </a:solidFill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78608" y="1371600"/>
            <a:ext cx="1993392" cy="340156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78608" y="1371600"/>
            <a:ext cx="199339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15087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15768" y="1920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15768" y="2249424"/>
            <a:ext cx="1755648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Per-second weighted focus score: gaze on screen × productive app active = 100%. Gaze on screen but unknown app = 60%. Gaze away = 0%.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53712" y="290779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D5A"/>
                </a:solidFill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0016" y="1371600"/>
            <a:ext cx="1993392" cy="340156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0016" y="1371600"/>
            <a:ext cx="199339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15087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37176" y="1920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37176" y="2249424"/>
            <a:ext cx="1755648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fires every 3 seconds. Triggers early breaks, flow extensions, posture nudges, and phone alerts based on real-time thresholds.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75120" y="290779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D5A"/>
                </a:solidFill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21424" y="1371600"/>
            <a:ext cx="1993392" cy="340156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21424" y="1371600"/>
            <a:ext cx="199339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58584" y="150876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958584" y="19202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COACH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58584" y="2249424"/>
            <a:ext cx="1755648" cy="2359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generates 2-bullet personalized coaching messages in async daemon threads. Fires as camera overlay + macOS notification.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3268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56692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6060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344168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FaceMesh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85216" y="158191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478 landmarks → iris x, blink EAR ratio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2606040" cy="56692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38528"/>
            <a:ext cx="26060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2002536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5216" y="224028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Y vs calibrated baseline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596896"/>
            <a:ext cx="2606040" cy="56692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596896"/>
            <a:ext cx="26060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660904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Hands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85216" y="289864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 sustained = phone detected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55264"/>
            <a:ext cx="2606040" cy="56692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55264"/>
            <a:ext cx="26060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3319272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sounddevice mic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5216" y="355701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RMS→dB, background thread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913632"/>
            <a:ext cx="2606040" cy="56692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913632"/>
            <a:ext cx="26060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" y="397764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AppKit NSWorkspace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85216" y="421538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app polled every 2s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10128" y="93268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ENGINE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10128" y="1280160"/>
            <a:ext cx="2743200" cy="768096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0128" y="1280160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38144" y="134416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session_manager.py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38144" y="15910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score, intervention rules, timer_history log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10128" y="2157984"/>
            <a:ext cx="2743200" cy="768096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10128" y="2157984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8144" y="222199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tracker.py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438144" y="24688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30fps CV main loop, calibration, HUD rendering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10128" y="3035808"/>
            <a:ext cx="2743200" cy="768096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10128" y="3035808"/>
            <a:ext cx="27432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38144" y="309981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llm_coach.py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438144" y="334670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via google-genai, async threads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10128" y="3913632"/>
            <a:ext cx="2743200" cy="768096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10128" y="3913632"/>
            <a:ext cx="27432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38144" y="397764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noise_detector.py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438144" y="42245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sounddevice InputStream, mutex-protected cache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91072" y="93268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91072" y="1280160"/>
            <a:ext cx="2514600" cy="56692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91072" y="1280160"/>
            <a:ext cx="25146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19088" y="1344168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HUD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19088" y="158191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focus%, posture, timer, coaching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291072" y="1938528"/>
            <a:ext cx="2514600" cy="56692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91072" y="1938528"/>
            <a:ext cx="25146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9088" y="2002536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Notifications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419088" y="224028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Non-intrusive alerts for every event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291072" y="2596896"/>
            <a:ext cx="2514600" cy="56692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91072" y="2596896"/>
            <a:ext cx="25146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19088" y="2660904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Overlay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419088" y="289864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Always-on-top tkinter coaching window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91072" y="3255264"/>
            <a:ext cx="2514600" cy="56692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291072" y="3255264"/>
            <a:ext cx="25146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19088" y="331927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419088" y="355701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Chart.js at localhost:5050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91072" y="3913632"/>
            <a:ext cx="2514600" cy="56692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91072" y="3913632"/>
            <a:ext cx="25146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19088" y="397764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session_*.json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6419088" y="421538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logs + timer_history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Adaptive Timer: Decision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 evaluate your state every 3 seconds during work blocks. All changes are logged with reason + focus score.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3977640" cy="157276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61872"/>
            <a:ext cx="397764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716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⚡  EARLY BREAK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" y="17190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focus &lt; 35%  AND  elapsed &gt; 50% of block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1792" y="19933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Immediate break triggered. LLM coaching message explaining why.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2377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"Early break at 14m (focus=28%, was 25m block)"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261872"/>
            <a:ext cx="3977640" cy="157276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261872"/>
            <a:ext cx="39776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3716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🔥  FLOW EXTENSION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65192" y="171907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focus ≥ 80%  AND  time remaining ≤ 30s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65192" y="19933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+5 minutes added to work block. Can stack multiple times.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65192" y="23774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"Flow extension 25m→30m (focus=83%)"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980944"/>
            <a:ext cx="3977640" cy="157276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80944"/>
            <a:ext cx="39776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0906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🧍  POSTURE NUDGE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" y="34381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slouching &gt; 70% of last 30s  (2-min cooldown)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" y="371246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LLM coaching message. Calibrated to your personal baseline.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792" y="40965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"Posture nudge — 72% slouch rate last 30 sec"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0" y="2980944"/>
            <a:ext cx="3977640" cy="157276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980944"/>
            <a:ext cx="39776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65192" y="309067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📱  PHONE DETECTED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65192" y="343814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hand visible ≥ 3 continuous seconds during work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65192" y="371246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LLM coaching message. 5-second hold to avoid false positives.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65192" y="40965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"Hand detected 4s, gaze away — phone likely in use"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Manual: Press [E] at any time during a work block or transition to add +5 min and stay in flow.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Gemini-Powered Personal Coach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trigger fires an async Gemini 2.5 Flash call with your exact sensor context. Responses arrive in &lt; 2 seconds.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60520" cy="166420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4160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71600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F59E0B">
              <a:alpha val="2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POSTURE_NUDGE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1700784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focus=65%, slouch=72% of last 30s, blink=8/min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1975104"/>
            <a:ext cx="3913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You've been hunching — sit tall and reset your shoulders.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blink rate suggests eye strain; look away for 20 seconds.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64608" y="1280160"/>
            <a:ext cx="4160520" cy="166420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64608" y="1280160"/>
            <a:ext cx="416052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01768" y="137160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EF4444">
              <a:alpha val="2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371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</a:rPr>
              <a:t>EARLY_BREAK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01768" y="1700784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focus=28%, elapsed=14min, noise=61dB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01768" y="1975104"/>
            <a:ext cx="3913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Focus dropped sharply — your brain needs a real reset now.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Step away from the screen; even 5 minutes will help.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4160520" cy="166420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63240"/>
            <a:ext cx="416052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154680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7C3AED">
              <a:alpha val="28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154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PHONE_DETECTED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4360" y="3483864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hand visible 4s, gaze away, during work block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758184"/>
            <a:ext cx="3913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Phone spotted — put it face-down and refocus.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were building momentum; don't lose it now.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64608" y="3063240"/>
            <a:ext cx="4160520" cy="166420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64608" y="3063240"/>
            <a:ext cx="416052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01768" y="3154680"/>
            <a:ext cx="1463040" cy="256032"/>
          </a:xfrm>
          <a:prstGeom prst="roundRect">
            <a:avLst>
              <a:gd name="adj" fmla="val 14286"/>
            </a:avLst>
          </a:prstGeom>
          <a:solidFill>
            <a:srgbClr val="10B981">
              <a:alpha val="2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01768" y="3154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SESSION_END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01768" y="3483864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focus=72%, 25min session, top_app=Claude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01768" y="3758184"/>
            <a:ext cx="39136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Great session — 72% focus is above your personal average.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Your peak hour is 5 PM; protect that time tomorrow.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79145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calls run in daemon threads — zero blocking of the 30fps OpenCV video loop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Analytics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Chart.js at localhost:5050. Run in any browser. Auto-refreshes every 60 seconds.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2761488" cy="157276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2761488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26464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Focus Trend Line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focus % over time. See if you're getting better.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55848" y="1298448"/>
            <a:ext cx="2761488" cy="157276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55848" y="1298448"/>
            <a:ext cx="2761488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93008" y="1426464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Hourly Productivity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93008" y="182880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focus by time of day — reveals your personal peak hours.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54496" y="1298448"/>
            <a:ext cx="2761488" cy="157276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4496" y="1298448"/>
            <a:ext cx="2761488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1656" y="1426464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🍩  App Usage Breakdown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91656" y="1828800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apps dominate your sessions. Productive vs. distracting.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761488" cy="157276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17520"/>
            <a:ext cx="2761488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45536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Session Comparison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" y="3547872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Focus% vs posture% per session. Spot patterns across days.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55848" y="3017520"/>
            <a:ext cx="2761488" cy="157276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5848" y="3017520"/>
            <a:ext cx="2761488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3145536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Adaptive Timer Log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493008" y="3547872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timer change timestamped with reason + focus score — proof of adaptation.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54496" y="3017520"/>
            <a:ext cx="2761488" cy="157276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4496" y="3017520"/>
            <a:ext cx="2761488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1656" y="3145536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AI Personalized Advice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91656" y="3547872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Gemini coaching based on all historical data. 4 data-driven bullets.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Evaluation &amp; Evidence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993392" cy="157276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32688"/>
            <a:ext cx="199339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682496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focus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0% in session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78608" y="932688"/>
            <a:ext cx="1993392" cy="157276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78608" y="932688"/>
            <a:ext cx="1993392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0048" y="100584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70048" y="1682496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posture rate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70048" y="201168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19% baseline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0016" y="932688"/>
            <a:ext cx="1993392" cy="157276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0016" y="932688"/>
            <a:ext cx="1993392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91456" y="100584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5%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91456" y="1682496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false-pos.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91456" y="201168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 hold vs 40% with old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21424" y="932688"/>
            <a:ext cx="1993392" cy="157276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21424" y="932688"/>
            <a:ext cx="1993392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12864" y="100584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25→30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912864" y="1682496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extension (m)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12864" y="2011680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timer proof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6700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We Validated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7200" y="310896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Session-over-session trends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85800" y="33832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focus improving as the tool calibrates to the user over multiple sessions.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28032" y="310896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Timer adaptation log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56632" y="33832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early break and flow extension is timestamped with the triggering focus score — auditable proof.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913632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Failure analysis + iteration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5800" y="418795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detection: false-positive rate cut from ~40% (instant gaze heuristic) to &lt;5% (3s accumulator).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28032" y="3913632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Calibrated posture baseline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056632" y="418795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calibration eliminates false slouch positives from the fixed threshold approach.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Cases &amp;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benefits, and how could this scale?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3977640" cy="1627632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61872"/>
            <a:ext cx="39776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0817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Students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1792224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passive studying with sessions that actually adapt. Know exactly when you're wasting time sitting at your desk.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1261872"/>
            <a:ext cx="3977640" cy="1627632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1261872"/>
            <a:ext cx="397764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40817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Remote Workers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65192" y="1792224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when home office noise or phone interruptions are hurting your productivity. Get data-backed evidence.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44952"/>
            <a:ext cx="3977640" cy="1627632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44952"/>
            <a:ext cx="397764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19125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Mental Health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" y="3575304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blink rate and posture trends may surface early fatigue or burnout indicators before they become serious.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3044952"/>
            <a:ext cx="3977640" cy="1627632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3044952"/>
            <a:ext cx="39776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3191256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Research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65192" y="3575304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non-invasive sensor platform for studying cognitive load, attention, and environmental effects on focus.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a lightweight background agent that runs all day and builds a true map of your cognitive patterns over weeks.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is built. Here is what comes next.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57200" cy="530352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52728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252728"/>
            <a:ext cx="7635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RL-Based Adaptive Policy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51560" y="1508760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rule-based logic with Q-learning. State: (focus, blink, noise, hour). Reward: sustained focus improvement across intervals.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29384"/>
            <a:ext cx="457200" cy="530352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4767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947672"/>
            <a:ext cx="7635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Noise Classification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2203704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speech vs. music vs. background hum with a lightweight audio CNN — smarter than raw dB alone.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24328"/>
            <a:ext cx="457200" cy="53035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42616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642616"/>
            <a:ext cx="7635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A/B Comparison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51560" y="2898648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25/5 mode vs. adaptive mode, same user, same conditions. Dashboard shows which produces higher focus statistically.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19272"/>
            <a:ext cx="457200" cy="53035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337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337560"/>
            <a:ext cx="7635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Pre-Session Goal + Post-Review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51560" y="3593592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do you want to finish?" stored at start. LLM checks completion at end. Builds accountability loop.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014216"/>
            <a:ext cx="457200" cy="53035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32504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4032504"/>
            <a:ext cx="7635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&amp; Gamification Layer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51560" y="4288536"/>
            <a:ext cx="7635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streaks, personal records, weekly digests. Behavioral nudges to make consistent studying a habit.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40280"/>
            <a:ext cx="91440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Person.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Full-Stack AI Productivity Research.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sensors  ·  real-time adaptive timer  ·  Gemini AI coach  ·  long-term analytics dashboard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 ·  OpenCV  ·  Flask + Chart.js  ·  Gemini 2.5 Flash  ·  sounddevice  ·  AppKit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4930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github.com/safaahussain1/adaptive-pomodoro-buddy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Safaa Hussain  ·  CS 153  ·  Spring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Cognitive-State Pomodoro Buddy</dc:title>
  <dc:subject>PptxGenJS Presentation</dc:subject>
  <dc:creator>Safaa Hussain</dc:creator>
  <cp:lastModifiedBy>Safaa Hussain</cp:lastModifiedBy>
  <cp:revision>1</cp:revision>
  <dcterms:created xsi:type="dcterms:W3CDTF">2026-06-03T03:41:18Z</dcterms:created>
  <dcterms:modified xsi:type="dcterms:W3CDTF">2026-06-03T03:41:18Z</dcterms:modified>
</cp:coreProperties>
</file>