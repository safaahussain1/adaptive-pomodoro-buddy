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1097280"/>
            <a:ext cx="3657600" cy="36576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3474720"/>
            <a:ext cx="2743200" cy="274320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502920"/>
            <a:ext cx="2377440" cy="274320"/>
          </a:xfrm>
          <a:prstGeom prst="roundRect">
            <a:avLst>
              <a:gd name="adj" fmla="val 16667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02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</a:rPr>
              <a:t>CS 153 FINAL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6126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Adaptive Cognitive-State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6126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Pomodoro Study Buddy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real-time AI system that senses your cognitive state and adapts your study sessions — so you work smarter, not harder.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Safaa Hussain  ·  CS 153  ·  Spring 2026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0" y="914400"/>
            <a:ext cx="1920240" cy="71323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0" y="914400"/>
            <a:ext cx="19202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0" y="98755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 Gaze Tracking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0" y="1783080"/>
            <a:ext cx="1920240" cy="71323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0" y="1783080"/>
            <a:ext cx="192024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0" y="185623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🧍 Posture Detection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0" y="2651760"/>
            <a:ext cx="1920240" cy="71323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2651760"/>
            <a:ext cx="192024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0" y="272491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Ambient Noise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3520440"/>
            <a:ext cx="1920240" cy="71323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0" y="3520440"/>
            <a:ext cx="192024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359359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Gemini AI Coach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Pomodoro timers are rigid, impersonal, and completely unaware of how you actually feel.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931920" cy="1417320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08760"/>
            <a:ext cx="393192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69164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One-Size Timer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21792" y="20574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25/5 split regardless of your focus level, fatigue, or flow state.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508760"/>
            <a:ext cx="3931920" cy="1417320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0" y="1508760"/>
            <a:ext cx="393192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9472" y="169164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🙈  Zero Sensing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19472" y="20574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awareness of your posture, gaze, environment, or phone use.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3931920" cy="1417320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329184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No Learning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1792" y="36576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remember yesterday's patterns or improve its recommendations.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3108960"/>
            <a:ext cx="3931920" cy="1417320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9472" y="329184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 No Intervention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19472" y="36576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tell you to take a break when you've been zoned out for 10 minutes.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shows cognitive performance varies by up to 40% based on time of day and environment — yet timers ignore this entirely.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closed-loop system that continuously senses, scores, and responds to your cognitive state.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20240" cy="3337560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192024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57276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19385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304288"/>
            <a:ext cx="1664208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+ microphone stream captured at 30 fps. MediaPipe extracts gaze, blink rate, posture. Sounddevice measures ambient dB.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23160" y="3063240"/>
            <a:ext cx="137160" cy="0"/>
          </a:xfrm>
          <a:prstGeom prst="line">
            <a:avLst/>
          </a:prstGeom>
          <a:noFill/>
          <a:ln w="25400">
            <a:solidFill>
              <a:srgbClr val="2D2D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77440" y="292608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5A"/>
                </a:solidFill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42032" y="1417320"/>
            <a:ext cx="1920240" cy="3337560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42032" y="1417320"/>
            <a:ext cx="19202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9192" y="157276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679192" y="19385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SCORE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79192" y="2304288"/>
            <a:ext cx="1664208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Per-second composite focus score: gaze direction × app productivity × posture alignment.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07992" y="3063240"/>
            <a:ext cx="137160" cy="0"/>
          </a:xfrm>
          <a:prstGeom prst="line">
            <a:avLst/>
          </a:prstGeom>
          <a:noFill/>
          <a:ln w="25400">
            <a:solidFill>
              <a:srgbClr val="2D2D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62272" y="292608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5A"/>
                </a:solidFill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26864" y="1417320"/>
            <a:ext cx="1920240" cy="3337560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26864" y="1417320"/>
            <a:ext cx="192024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64024" y="157276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764024" y="19385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ADAPT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64024" y="2304288"/>
            <a:ext cx="1664208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 triggers early breaks (focus &lt; 35%), flow extensions (focus &gt; 80%), and posture nudges — all with logged reasons.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92824" y="3063240"/>
            <a:ext cx="137160" cy="0"/>
          </a:xfrm>
          <a:prstGeom prst="line">
            <a:avLst/>
          </a:prstGeom>
          <a:noFill/>
          <a:ln w="25400">
            <a:solidFill>
              <a:srgbClr val="2D2D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47104" y="292608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5A"/>
                </a:solidFill>
              </a:rPr>
              <a:t>→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711696" y="1417320"/>
            <a:ext cx="1920240" cy="3337560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11696" y="1417320"/>
            <a:ext cx="192024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48856" y="157276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6848856" y="19385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COACH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48856" y="2304288"/>
            <a:ext cx="1664208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 generates personalized 2-bullet coaching messages async. Fires as macOS notification + camera overlay.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 runs continuously — every 3 seconds during work blocks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Technical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INPUTS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560320" cy="57607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256032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898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FaceMesh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63677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478 landmarks → iris position, blink EAR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993392"/>
            <a:ext cx="2560320" cy="57607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993392"/>
            <a:ext cx="256032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0574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Pose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3042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Shoulder Y-delta vs calibrated baseline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660904"/>
            <a:ext cx="2560320" cy="57607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660904"/>
            <a:ext cx="256032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24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Hands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718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3s sustained visibility = phone detected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328416"/>
            <a:ext cx="2560320" cy="57607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328416"/>
            <a:ext cx="256032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39242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sounddevice mic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363931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 → dB SPL, background thread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995928"/>
            <a:ext cx="2560320" cy="57607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995928"/>
            <a:ext cx="256032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0599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AppKit NSWorkspace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" y="430682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app polled every 2s (bg thread)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91840" y="9601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CORE ENGINE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91840" y="1325880"/>
            <a:ext cx="2743200" cy="749808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91840" y="1325880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29000" y="13898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session_manager.py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29000" y="16367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score (weighted), intervention rules, timer_history log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291840" y="2185416"/>
            <a:ext cx="2743200" cy="749808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91840" y="2185416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29000" y="22494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tracker.py (main loop)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429000" y="24963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30fps CV loop, calibration, phone detection, HUD rendering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3044952"/>
            <a:ext cx="2743200" cy="749808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044952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29000" y="31089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llm_coach.py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429000" y="3355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 via google-genai, async daemon threads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291840" y="3904488"/>
            <a:ext cx="2743200" cy="749808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904488"/>
            <a:ext cx="274320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29000" y="396849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noise_detector.py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429000" y="42153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sounddevice InputStream, mutex-protected RMS cache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09360" y="960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OUTPUTS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09360" y="1325880"/>
            <a:ext cx="2468880" cy="57607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9360" y="1325880"/>
            <a:ext cx="246888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46520" y="138988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HUD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446520" y="163677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focus%, posture, timer, coaching msgs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1993392"/>
            <a:ext cx="2468880" cy="57607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309360" y="1993392"/>
            <a:ext cx="246888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46520" y="2057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Notifications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446520" y="230428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Non-intrusive alerts for every event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309360" y="2660904"/>
            <a:ext cx="2468880" cy="57607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309360" y="2660904"/>
            <a:ext cx="24688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46520" y="27249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Overlay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446520" y="2971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Always-on-top tkinter coaching window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9360" y="3328416"/>
            <a:ext cx="2468880" cy="57607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309360" y="3328416"/>
            <a:ext cx="24688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46520" y="33924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46520" y="36393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+ Chart.js, localhost:5050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9360" y="3995928"/>
            <a:ext cx="2468880" cy="57607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09360" y="3995928"/>
            <a:ext cx="246888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46520" y="405993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JSON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446520" y="430682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Timestamped logs + timer_history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Adaptive Timer — Dynamic Work/Break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749040" cy="3977640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60120"/>
            <a:ext cx="374904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11556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Traditional Pomodoro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72768"/>
            <a:ext cx="34747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25 min work, 5 min break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awareness of actual focus level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Interrupts deep flow states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break when genuinely exhausted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 everyone, every day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960120"/>
            <a:ext cx="4206240" cy="3977640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960120"/>
            <a:ext cx="420624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111556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Adaptive Cognitive Timer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673352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61848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break at 14 min  →  focus dropped to 28%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2258568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919472" y="2203704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extension 25→30 min  →  focus was 83%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754880" y="28437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Text 13"/>
          <p:cNvSpPr/>
          <p:nvPr/>
        </p:nvSpPr>
        <p:spPr>
          <a:xfrm>
            <a:off x="4919472" y="27889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nudge after 70%+ slouching (2 min cooldown)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3429000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4919472" y="337413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detected: hand visible 3s+ during work block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754880" y="4014216"/>
            <a:ext cx="91440" cy="914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4919472" y="3959352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changes timestamped in timer_history log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"Early break at 3m (focus=30%, was 5m block)"  —  actual log entry from real session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Gemini-Powered Personal Coach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intervention triggers an async Gemini 2.5 Flash call with your real-time sensor context.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160520" cy="162763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98448"/>
            <a:ext cx="416052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17320"/>
            <a:ext cx="1673352" cy="274320"/>
          </a:xfrm>
          <a:prstGeom prst="roundRect">
            <a:avLst>
              <a:gd name="adj" fmla="val 16667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41732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POSTURE_NUDGE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focus=65%, slouch=72% of last 30s, blink=8/min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2011680"/>
            <a:ext cx="3886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You've been hunching — sit tall and reset your shoulders.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Low blink rate suggests eye strain; look away for 20 seconds.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46320" y="1298448"/>
            <a:ext cx="4160520" cy="162763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298448"/>
            <a:ext cx="416052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83480" y="1417320"/>
            <a:ext cx="1472184" cy="274320"/>
          </a:xfrm>
          <a:prstGeom prst="roundRect">
            <a:avLst>
              <a:gd name="adj" fmla="val 16667"/>
            </a:avLst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F4444"/>
                </a:solidFill>
              </a:rPr>
              <a:t>EARLY_BREAK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83480" y="173736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focus=28%, elapsed=14min, noise=61dB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83480" y="2011680"/>
            <a:ext cx="3886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Focus dropped sharply — your brain needs a real reset.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Step away from the screen; even 5 minutes will help significantly.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127248"/>
            <a:ext cx="4160520" cy="162763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127248"/>
            <a:ext cx="416052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3246120"/>
            <a:ext cx="1773936" cy="274320"/>
          </a:xfrm>
          <a:prstGeom prst="roundRect">
            <a:avLst>
              <a:gd name="adj" fmla="val 16667"/>
            </a:avLst>
          </a:prstGeom>
          <a:solidFill>
            <a:srgbClr val="7C3AED">
              <a:alpha val="3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24612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PHONE_DETECTED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56616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hand visible 4s, gaze away, during work block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840480"/>
            <a:ext cx="3886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Phone spotted — put it face-down and refocus.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You were building momentum; don't lose it now.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46320" y="3127248"/>
            <a:ext cx="4160520" cy="162763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46320" y="3127248"/>
            <a:ext cx="416052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83480" y="3246120"/>
            <a:ext cx="1472184" cy="274320"/>
          </a:xfrm>
          <a:prstGeom prst="roundRect">
            <a:avLst>
              <a:gd name="adj" fmla="val 16667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32461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SESSION_END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983480" y="356616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focus=72%, 25min, top_app=Claude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83480" y="3840480"/>
            <a:ext cx="3886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Great session — 72% focus is above your average.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Your best hour is 5 PM; prioritize hard work then.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calls run in daemon threads — zero blocking of the 30fps video loop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 Analytics Dashboard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+ Chart.js at localhost:5050. Auto-refreshes every 60s. Access from any browser tab.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743200" cy="153619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Focus Trend Line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87452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Per-session focus % plotted chronologically. See if you're improving over time.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37560" y="1325880"/>
            <a:ext cx="2743200" cy="153619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325880"/>
            <a:ext cx="27432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46304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🕐  Hourly Productivity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0" y="187452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of avg focus by hour of day. Identifies your personal peak hours.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325880"/>
            <a:ext cx="2743200" cy="153619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325880"/>
            <a:ext cx="274320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46304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🍩  App Usage Breakdown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55080" y="187452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Doughnut chart: which apps dominate your study sessions.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2743200" cy="153619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017520"/>
            <a:ext cx="2743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15468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Session Comparison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35661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bar: focus% vs posture% per session. Spot patterns.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37560" y="3017520"/>
            <a:ext cx="2743200" cy="153619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37560" y="3017520"/>
            <a:ext cx="274320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315468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Adaptive Timer Log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74720" y="35661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timer change with timestamp, reason, and focus score. Proof of adaptation.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017520"/>
            <a:ext cx="2743200" cy="1536192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3017520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5080" y="315468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AI Personalized Advice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55080" y="35661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Gemini coaching based on all historical data. 4 data-driven bullets.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Evaluation &amp; Evidence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920240" cy="1554480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192024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987552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48%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664208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focus score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0% in session 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0" y="914400"/>
            <a:ext cx="1920240" cy="1554480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0" y="914400"/>
            <a:ext cx="192024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51760" y="987552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97%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651760" y="1664208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posture rate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51760" y="20116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from 19%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914400"/>
            <a:ext cx="1920240" cy="1554480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914400"/>
            <a:ext cx="192024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987552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3s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754880" y="1664208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detection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754880" y="20116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hand visibility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66560" y="914400"/>
            <a:ext cx="1920240" cy="1554480"/>
          </a:xfrm>
          <a:prstGeom prst="rect">
            <a:avLst/>
          </a:prstGeom>
          <a:solidFill>
            <a:srgbClr val="13132A"/>
          </a:solidFill>
          <a:ln w="12700">
            <a:solidFill>
              <a:srgbClr val="1E1E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0" y="914400"/>
            <a:ext cx="19202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0" y="987552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25→30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858000" y="1664208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extension (min)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858000" y="20116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adapted live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25146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We Validated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7200" y="29443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Session-over-session trends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5800" y="3218688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shows focus improving across sessions as the tool calibrates to the user.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54880" y="29443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Timer adaptation log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83480" y="3218688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early break and flow extension is timestamped with the triggering focus score — auditable proof of adaptive behavior.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37673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Failure analysis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" y="4041648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detection false-positive rate reduced from ~40% (gaze heuristic) to &lt;5% (3-second accumulator).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0" y="37673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Calibrated posture baseline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983480" y="4041648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Per-session calibration eliminated false slouch positives that plagued the fixed threshold approach.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Future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is built. Here's what comes next.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57200" cy="548640"/>
          </a:xfrm>
          <a:prstGeom prst="rect">
            <a:avLst/>
          </a:prstGeom>
          <a:solidFill>
            <a:srgbClr val="7C3AED">
              <a:alpha val="8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52728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12527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RL-Based Adaptive Policy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150876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rule-based logic with a Q-learning agent. State: (focus, blink_rate, noise, time_in_block, hour_of_day). Reward: sustained focus improvement.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47672"/>
            <a:ext cx="457200" cy="548640"/>
          </a:xfrm>
          <a:prstGeom prst="rect">
            <a:avLst/>
          </a:prstGeom>
          <a:solidFill>
            <a:srgbClr val="06B6D4">
              <a:alpha val="8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96596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196596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Noise Classification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222199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speech vs. music vs. background hum using a lightweight audio CNN — smarter than raw dB alone.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60904"/>
            <a:ext cx="457200" cy="548640"/>
          </a:xfrm>
          <a:prstGeom prst="rect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79192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51560" y="267919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Multi-Day Streak &amp; Gamification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293522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focus streaks, personal bests, and weekly summaries. Behavioral nudges to build consistent study habits.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74136"/>
            <a:ext cx="457200" cy="54864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392424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339242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Pre-Session Goal Setting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364845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states a goal at session start. LLM checks at end: 'Did you accomplish: finish section 4?' Stored with session data.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87368"/>
            <a:ext cx="457200" cy="548640"/>
          </a:xfrm>
          <a:prstGeom prst="rect">
            <a:avLst/>
          </a:prstGeom>
          <a:solidFill>
            <a:srgbClr val="EF4444">
              <a:alpha val="8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105656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51560" y="41056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Comparison Mode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" y="436168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test: run fixed 25/5 sessions vs. adaptive. Dashboard shows statistically which produces higher sustained focus.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200400" y="-1371600"/>
            <a:ext cx="4114800" cy="4114800"/>
          </a:xfrm>
          <a:prstGeom prst="ellipse">
            <a:avLst/>
          </a:prstGeom>
          <a:solidFill>
            <a:srgbClr val="7C3AED">
              <a:alpha val="1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4114800"/>
            <a:ext cx="3657600" cy="365760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68580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Person.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914400" y="14173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 AI Productivity Research.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sensors  ·  real-time adaptive timer  ·  Gemini AI coach  ·  long-term analytics dashboard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" y="3063240"/>
            <a:ext cx="1271016" cy="274320"/>
          </a:xfrm>
          <a:prstGeom prst="roundRect">
            <a:avLst>
              <a:gd name="adj" fmla="val 16667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3063240"/>
            <a:ext cx="1271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</a:rPr>
              <a:t>MediaPipe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45920" y="3063240"/>
            <a:ext cx="969264" cy="274320"/>
          </a:xfrm>
          <a:prstGeom prst="roundRect">
            <a:avLst>
              <a:gd name="adj" fmla="val 16667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5920" y="306324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</a:rPr>
              <a:t>OpenCV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16352" y="3063240"/>
            <a:ext cx="1975104" cy="274320"/>
          </a:xfrm>
          <a:prstGeom prst="roundRect">
            <a:avLst>
              <a:gd name="adj" fmla="val 16667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306324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</a:rPr>
              <a:t>Flask + Chart.js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86784" y="3063240"/>
            <a:ext cx="1975104" cy="274320"/>
          </a:xfrm>
          <a:prstGeom prst="roundRect">
            <a:avLst>
              <a:gd name="adj" fmla="val 16667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86784" y="306324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</a:rPr>
              <a:t>Gemini 2.5 Flash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157216" y="3063240"/>
            <a:ext cx="1472184" cy="274320"/>
          </a:xfrm>
          <a:prstGeom prst="roundRect">
            <a:avLst>
              <a:gd name="adj" fmla="val 16667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57216" y="306324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</a:rPr>
              <a:t>sounddevice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27648" y="3063240"/>
            <a:ext cx="969264" cy="274320"/>
          </a:xfrm>
          <a:prstGeom prst="roundRect">
            <a:avLst>
              <a:gd name="adj" fmla="val 16667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306324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</a:rPr>
              <a:t>AppKit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98080" y="3063240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0" y="3063240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</a:rPr>
              <a:t>tkinter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14400" y="370332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github.com/safaahussain1/adaptive-pomodoro-buddy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46177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Safaa Hussain  ·  CS 153  ·  Spring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Cognitive-State Pomodoro Buddy</dc:title>
  <dc:subject>PptxGenJS Presentation</dc:subject>
  <dc:creator>Safaa Hussain</dc:creator>
  <cp:lastModifiedBy>Safaa Hussain</cp:lastModifiedBy>
  <cp:revision>1</cp:revision>
  <dcterms:created xsi:type="dcterms:W3CDTF">2026-06-03T03:01:06Z</dcterms:created>
  <dcterms:modified xsi:type="dcterms:W3CDTF">2026-06-03T03:01:06Z</dcterms:modified>
</cp:coreProperties>
</file>